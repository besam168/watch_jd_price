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4937760"/>
          </a:xfrm>
          <a:prstGeom prst="rect">
            <a:avLst/>
          </a:prstGeom>
          <a:solidFill>
            <a:srgbClr val="88A65E"/>
          </a:solidFill>
          <a:ln w="12700">
            <a:solidFill>
              <a:srgbClr val="88A6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F2A"/>
                </a:solidFill>
              </a:rPr>
              <a:t>六年时光·成长足迹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7"/>
                </a:solidFill>
              </a:rPr>
              <a:t>小学一年级—六年级成长纪念模板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73152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姓名：________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学校：________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入学时间：________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毕业时间：________
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731520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B43"/>
                </a:solidFill>
              </a:rPr>
              <a:t>这一页适合作为封面页。右侧放试范图或孩子代表照片，左侧保留标题与基本信息。整体建议走温暖、治愈、自然系路线。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7"/>
                </a:solidFill>
              </a:rPr>
              <a:t>成长纪念模板｜可直接替换姓名、照片、文案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4937760"/>
          </a:xfrm>
          <a:prstGeom prst="rect">
            <a:avLst/>
          </a:prstGeom>
          <a:solidFill>
            <a:srgbClr val="88A65E"/>
          </a:solidFill>
          <a:ln w="12700">
            <a:solidFill>
              <a:srgbClr val="88A6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F2A"/>
                </a:solidFill>
              </a:rPr>
              <a:t>目录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7"/>
                </a:solidFill>
              </a:rPr>
              <a:t>成长故事可以按这六个章节展开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731520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01 一年级｜初入校园，学会适应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02 二年级｜开始独立，养成习惯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03 三年级｜找到兴趣，敢于表达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04 四年级｜全面发展，持续进步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05 五年级｜承担责任，学会合作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06 六年级｜自信成长，奔赴下一站
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4343400"/>
            <a:ext cx="731520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B43"/>
                </a:solidFill>
              </a:rPr>
              <a:t>如果你想做得更完整，可以在每个年级后再加1页：一页写学习，一页写活动与照片。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7"/>
                </a:solidFill>
              </a:rPr>
              <a:t>成长纪念模板｜可直接替换姓名、照片、文案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4937760"/>
          </a:xfrm>
          <a:prstGeom prst="rect">
            <a:avLst/>
          </a:prstGeom>
          <a:solidFill>
            <a:srgbClr val="88A65E"/>
          </a:solidFill>
          <a:ln w="12700">
            <a:solidFill>
              <a:srgbClr val="88A6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F2A"/>
                </a:solidFill>
              </a:rPr>
              <a:t>一年级｜初入校园，学会适应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7"/>
                </a:solidFill>
              </a:rPr>
              <a:t>从懵懂到熟悉，这是成长的第一步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73152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第一次背上书包走进校园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认识老师与新同学，慢慢融入班级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学会整理文具、按时完成作业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从害羞紧张变得愿意开口表达
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731520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B43"/>
                </a:solidFill>
              </a:rPr>
              <a:t>可替换为：入学照片、第一次拿奖状、第一次参加班级活动等内容。建议放1—2张照片，文字控制在80字以内。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7"/>
                </a:solidFill>
              </a:rPr>
              <a:t>成长纪念模板｜可直接替换姓名、照片、文案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4937760"/>
          </a:xfrm>
          <a:prstGeom prst="rect">
            <a:avLst/>
          </a:prstGeom>
          <a:solidFill>
            <a:srgbClr val="88A65E"/>
          </a:solidFill>
          <a:ln w="12700">
            <a:solidFill>
              <a:srgbClr val="88A6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F2A"/>
                </a:solidFill>
              </a:rPr>
              <a:t>二年级｜开始独立，养成习惯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7"/>
                </a:solidFill>
              </a:rPr>
              <a:t>在重复中建立稳定的学习节奏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73152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作息更规律，学习更主动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阅读习惯开始形成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课堂参与度提高，表达更自然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与同学相处更融洽，懂得分享
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731520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B43"/>
                </a:solidFill>
              </a:rPr>
              <a:t>这一页适合强调‘习惯养成’。比如：坚持阅读、按时完成任务、第一次担任小组角色等。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7"/>
                </a:solidFill>
              </a:rPr>
              <a:t>成长纪念模板｜可直接替换姓名、照片、文案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4937760"/>
          </a:xfrm>
          <a:prstGeom prst="rect">
            <a:avLst/>
          </a:prstGeom>
          <a:solidFill>
            <a:srgbClr val="88A65E"/>
          </a:solidFill>
          <a:ln w="12700">
            <a:solidFill>
              <a:srgbClr val="88A6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F2A"/>
                </a:solidFill>
              </a:rPr>
              <a:t>三年级｜找到兴趣，敢于表达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7"/>
                </a:solidFill>
              </a:rPr>
              <a:t>开始拥有自己的小热爱和小自信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73152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发现自己喜欢的学科或兴趣项目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愿意举手发言，展示自己的想法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参加比赛、演讲、朗诵或艺术活动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在尝试中建立自信心
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731520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B43"/>
                </a:solidFill>
              </a:rPr>
              <a:t>这一页可以突出兴趣发展，如画画、书法、运动、主持、乐器、编程等，尽量配成果照片。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7"/>
                </a:solidFill>
              </a:rPr>
              <a:t>成长纪念模板｜可直接替换姓名、照片、文案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4937760"/>
          </a:xfrm>
          <a:prstGeom prst="rect">
            <a:avLst/>
          </a:prstGeom>
          <a:solidFill>
            <a:srgbClr val="88A65E"/>
          </a:solidFill>
          <a:ln w="12700">
            <a:solidFill>
              <a:srgbClr val="88A6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F2A"/>
                </a:solidFill>
              </a:rPr>
              <a:t>四年级｜全面发展，持续进步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7"/>
                </a:solidFill>
              </a:rPr>
              <a:t>能力开始变得更均衡，也更稳定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73152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学习能力更扎实，成绩更稳定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开始学会自我规划与复盘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参加更多校园活动，视野更开阔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懂得坚持，也学会面对挫折
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731520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B43"/>
                </a:solidFill>
              </a:rPr>
              <a:t>这页适合加入证书、活动剪影、运动会、合唱、社会实践等内容，让成长看起来更立体。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7"/>
                </a:solidFill>
              </a:rPr>
              <a:t>成长纪念模板｜可直接替换姓名、照片、文案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4937760"/>
          </a:xfrm>
          <a:prstGeom prst="rect">
            <a:avLst/>
          </a:prstGeom>
          <a:solidFill>
            <a:srgbClr val="88A65E"/>
          </a:solidFill>
          <a:ln w="12700">
            <a:solidFill>
              <a:srgbClr val="88A6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F2A"/>
                </a:solidFill>
              </a:rPr>
              <a:t>五年级｜承担责任，学会合作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7"/>
                </a:solidFill>
              </a:rPr>
              <a:t>从做好自己，到懂得带动身边的人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73152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在班级里承担更多职责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小组合作能力明显提升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做事更有条理，也更有担当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学会理解他人、照顾集体
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731520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B43"/>
                </a:solidFill>
              </a:rPr>
              <a:t>如果孩子有班干部、组长、社团骨干等经历，这一页很好用。也可以加入老师评语或家长寄语。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7"/>
                </a:solidFill>
              </a:rPr>
              <a:t>成长纪念模板｜可直接替换姓名、照片、文案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4937760"/>
          </a:xfrm>
          <a:prstGeom prst="rect">
            <a:avLst/>
          </a:prstGeom>
          <a:solidFill>
            <a:srgbClr val="88A65E"/>
          </a:solidFill>
          <a:ln w="12700">
            <a:solidFill>
              <a:srgbClr val="88A6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F2A"/>
                </a:solidFill>
              </a:rPr>
              <a:t>六年级｜自信成长，奔赴下一站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7"/>
                </a:solidFill>
              </a:rPr>
              <a:t>带着收获告别童年，向新的旅程出发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73152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学会总结六年成长中的收获与改变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更加自信、沉稳，也更懂感恩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珍惜同学与老师之间的陪伴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对未来的中学生活充满期待
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731520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B43"/>
                </a:solidFill>
              </a:rPr>
              <a:t>这一页适合放毕业照、毕业典礼、留言册、和同学老师的合影，也可以加入一句面向未来的话。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7"/>
                </a:solidFill>
              </a:rPr>
              <a:t>成长纪念模板｜可直接替换姓名、照片、文案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4937760"/>
          </a:xfrm>
          <a:prstGeom prst="rect">
            <a:avLst/>
          </a:prstGeom>
          <a:solidFill>
            <a:srgbClr val="88A65E"/>
          </a:solidFill>
          <a:ln w="12700">
            <a:solidFill>
              <a:srgbClr val="88A6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F2A"/>
                </a:solidFill>
              </a:rPr>
              <a:t>成长关键词总结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7"/>
                </a:solidFill>
              </a:rPr>
              <a:t>把六年的变化浓缩成几句话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73152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勇敢：从害羞到敢表达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自律：从需要提醒到主动完成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热爱：从尝试到坚持兴趣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担当：从独立成长到学会合作
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731520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B43"/>
                </a:solidFill>
              </a:rPr>
              <a:t>如果要做得更感人，这页可改成‘老师眼中的我’、‘家长眼中的我’、‘我想对未来的自己说’。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7"/>
                </a:solidFill>
              </a:rPr>
              <a:t>成长纪念模板｜可直接替换姓名、照片、文案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4937760"/>
          </a:xfrm>
          <a:prstGeom prst="rect">
            <a:avLst/>
          </a:prstGeom>
          <a:solidFill>
            <a:srgbClr val="88A65E"/>
          </a:solidFill>
          <a:ln w="12700">
            <a:solidFill>
              <a:srgbClr val="88A6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F2A"/>
                </a:solidFill>
              </a:rPr>
              <a:t>毕业寄语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7"/>
                </a:solidFill>
              </a:rPr>
              <a:t>愿你带着善良、热爱与勇气继续长大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73152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愿你永远保持好奇心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愿你勇敢面对每一次挑战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愿你记得这段温暖明亮的小学时光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B4B43"/>
                </a:solidFill>
              </a:rPr>
              <a:t>愿你带着笑容奔向更远的未来
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731520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B43"/>
                </a:solidFill>
              </a:rPr>
              <a:t>最后一页可放大合影、背影照、校门照，或者一句很干净的毕业寄语。适合作为收尾页。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7"/>
                </a:solidFill>
              </a:rPr>
              <a:t>成长纪念模板｜可直接替换姓名、照片、文案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六年时光·成长足迹</dc:title>
  <dc:subject>小学一年级到六年级成长纪念PPT模板</dc:subject>
  <dc:creator>沈万三</dc:creator>
  <cp:lastModifiedBy>沈万三</cp:lastModifiedBy>
  <cp:revision>1</cp:revision>
  <dcterms:created xsi:type="dcterms:W3CDTF">2026-05-05T11:31:06Z</dcterms:created>
  <dcterms:modified xsi:type="dcterms:W3CDTF">2026-05-05T11:31:06Z</dcterms:modified>
</cp:coreProperties>
</file>